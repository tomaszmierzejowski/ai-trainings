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
- Welcome the group.
- State the goal: "We are moving from Magic to Math."
- Set expectations: This is a technical deep dive.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
- Draw a simple diagram: Input -&gt; [Attention Mechanism] -&gt; Output.
- Explain "Self-Attention": It allows the model to handle long-range dependencies. In the sentence "The animal didn't cross the street because it was too tired", what does "it" refer to? Self-attention links "it" to "animal".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
- Open the OpenAI Tokenizer page (platform.openai.com/tokenizer) if you have internet.
- Show "Hamburger" (1 token) vs "Lollipop" (often 2-3 tokens).
- Explain why LLMs fail at math: They see numbers as separate tokens, not numerical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
- Emphasize that the model essentially rolls a dice.
- Even if "The" is 40%, there is a chance it picks "A". This is the source of creativity AND hallucination.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
- Use the "Slot Machine" analogy.
- Low Temp = The machine is rigged to always give the jackpot.
- High Temp = The machine is fair (or chaotic).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
- This is the single most important technique.
- Explain: If you ask a human to multiply 342 * 912 in their head, they fail. If you give them paper, they succeed.
- CoT is the "paper" for the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
- Walk around.
- Look for people struggling with JSON format. Suggest "Few-Shot" examples.
- Look for people struggling with math. Suggest "Chain of Thought".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AI Masterclass</dc:title>
  <dc:subject>PptxGenJS Presentation</dc:subject>
  <dc:creator>Created by Marp</dc:creator>
  <cp:lastModifiedBy>Created by Marp</cp:lastModifiedBy>
  <cp:revision>1</cp:revision>
  <dcterms:created xsi:type="dcterms:W3CDTF">2026-01-28T09:39:51Z</dcterms:created>
  <dcterms:modified xsi:type="dcterms:W3CDTF">2026-01-28T09:39:51Z</dcterms:modified>
</cp:coreProperties>
</file>